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TERM INSURANCE POLICY - GOLD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Prepared for: Nikhil Gaikwad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December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Your Financial Future: A Personalized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Client: Nikhil Gaikwad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Age: 30 years old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Key Needs Identified: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- Protecting your family's financial well-being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- Ensuring financial security in unforeseen circumstances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- Gaining peace of mind for the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Why Term Insurance is Essential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**Comprehensive Life Cover:** The Gold Plan provides extensive protection for your loved ones.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**Financial Security:** Ensures your family maintains their lifestyle and meets financial obligations in your absence.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**Peace of Mind:** Knowing your family is protected allows you to focus on today, without worrying about tomorrow's uncertainties.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**Affordable Protection:** Designed to offer significant coverage at premiums that fit your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Key Benefits of the Gold Plan Term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**Comprehensive Life Cover:** Provides financial protection for your family.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**Flexible Sum Assured:** Up to $1 Million to meet your family's specific needs.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**Adaptable Policy Term:** Choose a term from 10 to 40 years.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**Convenient Premium Payments:** Options for Monthly, Quarterly, or Annually.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**Simplified Claim Process:** Intimate claims within 24 hours via our portal.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**Efficient Claim Settlement:** Claims are settled within 7 working days upon submission of all required documents (Death Certificate, Policy Document, ID Proof).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**Important Note:** This policy is a pure risk cover and does NOT offer guaranteed returns. Premiums are subject to market tax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Indicative Coverage Options &amp; Premium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vs Premium</a:t>
            </a:r>
          </a:p>
        </p:txBody>
      </p:sp>
      <p:pic>
        <p:nvPicPr>
          <p:cNvPr id="3" name="Picture 2" descr="coverage_premium_20251229170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Benefits Overview</a:t>
            </a:r>
          </a:p>
        </p:txBody>
      </p:sp>
      <p:pic>
        <p:nvPicPr>
          <p:cNvPr id="3" name="Picture 2" descr="benefits_20251229170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789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6B7280"/>
                </a:solidFill>
              </a:defRPr>
            </a:pPr>
            <a:r>
              <a:t>All illustrations, premium amounts, and coverage details presented in this document are indicative and based on approved policy information available at the time of preparation.</a:t>
            </a:r>
          </a:p>
          <a:p/>
          <a:p>
            <a:r>
              <a:t>Actual premium rates, coverage amounts, and policy terms may vary based on individual circumstances, age, health conditions, and underwriting guidelines.</a:t>
            </a:r>
          </a:p>
          <a:p/>
          <a:p>
            <a:r>
              <a:t>This presentation does not constitute a guarantee of coverage or returns. Please refer to the official policy document for complete terms and conditions.</a:t>
            </a:r>
          </a:p>
          <a:p/>
          <a:p>
            <a:r>
              <a:t>For accurate quotations and personalized policy recommendations, please consult with our licensed insurance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