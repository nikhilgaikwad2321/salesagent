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TERM INSURANCE POLICY - GOLD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Prepared for: Nikhil Gaikwad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December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Client Profile Summary: Nikhil Gaikwad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Client Name: Nikhil Gaikwad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Age: 36 years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Primary Goal: Secure the financial future and studies of his children.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Need: Comprehensive life cover to provide financial security for his family in his absence.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Why Term Insurance is Essential for Nikhil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Protecting Your Family's Future: Ensures financial security for your loved ones, especially your children, should the unexpected happen.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Securing Children's Education: Provides a safety net to fund your children's studies and aspirations, regardless of life's uncertainties.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Peace of Mind: Offers the assurance that your family's financial well-being is safeguarded.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Affordable Protection: The Gold Plan provides comprehensive life cover with affordable premiums.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Gold Plan Term Insurance: Key Benefits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Comprehensive Life Cover: Designed to provide substantial financial protection for your family.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Flexible Sum Assured: Coverage options up to $1 Million to meet your family's needs.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Flexible Policy Term: Choose a policy term from 10 to 40 years to align with your long-term plans.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Convenient Premium Payments: Options for Monthly, Quarterly, or Annually.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Simple Claim Process: Intimate claims within 24 hours via our portal, settled within 7 working days upon submission of required documents (Death Certificate, Policy Document, ID Proof).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Important Note: This policy does NOT offer guaranteed returns; it is a pure risk cover. Premiums are subject to market tax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Coverage and Indicative Premium Overview for Nikhil Gaikwad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['Please note: The figures presented below are indicative and subject to underwriting and final policy terms. Actual premiums may vary.']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Coverage vs Premium</a:t>
            </a:r>
          </a:p>
        </p:txBody>
      </p:sp>
      <p:pic>
        <p:nvPicPr>
          <p:cNvPr id="3" name="Picture 2" descr="coverage_premium_20251229170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178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Benefits Overview</a:t>
            </a:r>
          </a:p>
        </p:txBody>
      </p:sp>
      <p:pic>
        <p:nvPicPr>
          <p:cNvPr id="3" name="Picture 2" descr="benefits_20251229170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5789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Important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6B7280"/>
                </a:solidFill>
              </a:defRPr>
            </a:pPr>
            <a:r>
              <a:t>All illustrations, premium amounts, and coverage details presented in this document are indicative and based on approved policy information available at the time of preparation.</a:t>
            </a:r>
          </a:p>
          <a:p/>
          <a:p>
            <a:r>
              <a:t>Actual premium rates, coverage amounts, and policy terms may vary based on individual circumstances, age, health conditions, and underwriting guidelines.</a:t>
            </a:r>
          </a:p>
          <a:p/>
          <a:p>
            <a:r>
              <a:t>This presentation does not constitute a guarantee of coverage or returns. Please refer to the official policy document for complete terms and conditions.</a:t>
            </a:r>
          </a:p>
          <a:p/>
          <a:p>
            <a:r>
              <a:t>For accurate quotations and personalized policy recommendations, please consult with our licensed insurance advisors.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