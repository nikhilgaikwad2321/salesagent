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Gold Plan Term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Prepared for: Nikhil Gaikwad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December 29,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Your Financial Security: A Personalized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Client: Nikhil Gaikwad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Age: 49 years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Primary Goal: Ensuring continued financial stability for your loved ones.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Key Need: Protecting your family's future in your absence.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Securing Your Family's Future with Gold Plan Term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Financial Protection: Provide a safety net for your family's financial needs.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Peace of Mind: Ensure your loved ones are cared for, even in unforeseen circumstances.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Fulfilling Responsibilities: Help cover living expenses, education costs, or outstanding debts for your family.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Ensuring Continuity: Maintain your family's lifestyle and financial goals, providing security in your absence.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Gold Plan Term Insurance: Key Features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Comprehensive Life Cover: Designed to ensure financial security for your family.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Affordable Premiums: Provides significant cover with competitive premium rates.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Flexible Sum Assured: Choose coverage up to $1 Million.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Adjustable Policy Term: Select a term from 10 to 40 years to suit your planning.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Convenient Premium Payments: Options for Monthly, Quarterly, or Annually.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Efficient Claim Process: Claims settled within 7 working days after submission of required documents (Death Certificate, Policy Document, ID Proof).</a:t>
            </a:r>
          </a:p>
          <a:p>
            <a:pPr>
              <a:spcBef>
                <a:spcPts val="1200"/>
              </a:spcBef>
              <a:defRPr sz="1800">
                <a:solidFill>
                  <a:srgbClr val="1F2937"/>
                </a:solidFill>
              </a:defRPr>
            </a:pPr>
            <a:r>
              <a:t>Pure Risk Cover: This policy is a pure risk cover and does NOT offer guaranteed returns.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Indicative Coverage &amp; Premium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Coverage vs Premium</a:t>
            </a:r>
          </a:p>
        </p:txBody>
      </p:sp>
      <p:pic>
        <p:nvPicPr>
          <p:cNvPr id="3" name="Picture 2" descr="coverage_premium_202512292133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5178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Benefits Overview</a:t>
            </a:r>
          </a:p>
        </p:txBody>
      </p:sp>
      <p:pic>
        <p:nvPicPr>
          <p:cNvPr id="3" name="Picture 2" descr="benefits_202512292133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57892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Important 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6B7280"/>
                </a:solidFill>
              </a:defRPr>
            </a:pPr>
            <a:r>
              <a:t>All illustrations, premium amounts, and coverage details presented in this document are indicative and based on approved policy information available at the time of preparation.</a:t>
            </a:r>
          </a:p>
          <a:p/>
          <a:p>
            <a:r>
              <a:t>Actual premium rates, coverage amounts, and policy terms may vary based on individual circumstances, age, health conditions, and underwriting guidelines.</a:t>
            </a:r>
          </a:p>
          <a:p/>
          <a:p>
            <a:r>
              <a:t>This presentation does not constitute a guarantee of coverage or returns. Please refer to the official policy document for complete terms and conditions.</a:t>
            </a:r>
          </a:p>
          <a:p/>
          <a:p>
            <a:r>
              <a:t>For accurate quotations and personalized policy recommendations, please consult with our licensed insurance advisors.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