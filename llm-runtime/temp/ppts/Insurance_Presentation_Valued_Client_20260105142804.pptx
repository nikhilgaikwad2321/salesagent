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Insurance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Valued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January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Policy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Please contact us for detailed policy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 Analysis</a:t>
            </a:r>
          </a:p>
        </p:txBody>
      </p:sp>
      <p:pic>
        <p:nvPicPr>
          <p:cNvPr id="3" name="Picture 2" descr="coverage_premium_20260105142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Higher coverage ensures your family is safe, with affordable premiums.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Your Investment Allocation</a:t>
            </a:r>
          </a:p>
        </p:txBody>
      </p:sp>
      <p:pic>
        <p:nvPicPr>
          <p:cNvPr id="3" name="Picture 2" descr="benefits_20260105142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5035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Your money is diversified to ensure both safety and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Projected Returns Simulation</a:t>
            </a:r>
          </a:p>
        </p:txBody>
      </p:sp>
      <p:pic>
        <p:nvPicPr>
          <p:cNvPr id="3" name="Picture 2" descr="returns_comparison_20260105142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See how your fund grows significantly over 20 years with compound interest.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Long-Term Protection Timeline</a:t>
            </a:r>
          </a:p>
        </p:txBody>
      </p:sp>
      <p:pic>
        <p:nvPicPr>
          <p:cNvPr id="3" name="Picture 2" descr="timeline_20260105142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2656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You pay for a limited period, but get protection for the full term.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