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t>Insurance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F2937"/>
                </a:solidFill>
              </a:defRPr>
            </a:pPr>
            <a:r>
              <a:t>Prepared for: Valued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December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Policy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Please contact us for detailed policy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Coverage vs Premium</a:t>
            </a:r>
          </a:p>
        </p:txBody>
      </p:sp>
      <p:pic>
        <p:nvPicPr>
          <p:cNvPr id="3" name="Picture 2" descr="coverage_premium_202512300047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4517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Benefits Overview</a:t>
            </a:r>
          </a:p>
        </p:txBody>
      </p:sp>
      <p:pic>
        <p:nvPicPr>
          <p:cNvPr id="3" name="Picture 2" descr="benefits_202512300047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7315200" cy="57892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563EB"/>
                </a:solidFill>
              </a:defRPr>
            </a:pPr>
            <a:r>
              <a:t>Important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6B7280"/>
                </a:solidFill>
              </a:defRPr>
            </a:pPr>
            <a:r>
              <a:t>All illustrations, premium amounts, and coverage details presented in this document are indicative and based on approved policy information available at the time of preparation.</a:t>
            </a:r>
          </a:p>
          <a:p/>
          <a:p>
            <a:r>
              <a:t>Actual premium rates, coverage amounts, and policy terms may vary based on individual circumstances, age, health conditions, and underwriting guidelines.</a:t>
            </a:r>
          </a:p>
          <a:p/>
          <a:p>
            <a:r>
              <a:t>This presentation does not constitute a guarantee of coverage or returns. Please refer to the official policy document for complete terms and conditions.</a:t>
            </a:r>
          </a:p>
          <a:p/>
          <a:p>
            <a:r>
              <a:t>For accurate quotations and personalized policy recommendations, please consult with our licensed insurance advisors.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