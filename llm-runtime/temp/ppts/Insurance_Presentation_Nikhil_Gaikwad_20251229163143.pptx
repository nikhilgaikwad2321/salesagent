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TERM INSURANCE POLICY - GOLD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Prepared for: Nikhil Gaikwad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December 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Client Profile: Nikhil Gaikwad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Client Name: Nikhil Gaikwad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Age: 36 years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Seeking: Comprehensive life cover for family protection and financial security.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Goal: Ensure continued financial stability for loved ones in his absence.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Why Comprehensive Life Insurance Matters for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**Ensuring Family's Financial Security:** Provides a vital financial safety net for your family.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**Peace of Mind:** Offers reassurance that your loved ones are protected financially, no matter what the future holds.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**Income Replacement:** Helps your family maintain their lifestyle and cover ongoing expenses.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**Debt Protection:** Can assist in managing outstanding financial obligations, preventing burden on your family.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Key Benefits of the Gold Plan Term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**Comprehensive Life Cover:** The Gold Plan provides extensive protection for your family's future.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**Flexible Sum Assured:** Choose coverage up to $1 Million to suit your family's specific needs.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**Adaptable Policy Term:** Select a policy term ranging from 10 to 40 years.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**Convenient Premium Payment Options:** Pay premiums Monthly, Quarterly, or Annually.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**Streamlined Claim Process:** Claims are settled within 7 working days, provided all required documents (Death Certificate, Policy Document, ID Proof) are submitted, following intimation within 24 hours.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**Important Note:** This policy does NOT offer guaranteed returns. It is a pure risk cover.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Indicative Coverage and Premium Overview (Gold Plan)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Coverage vs Premium</a:t>
            </a:r>
          </a:p>
        </p:txBody>
      </p:sp>
      <p:pic>
        <p:nvPicPr>
          <p:cNvPr id="3" name="Picture 2" descr="coverage_premium_202512291631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5178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Benefits Overview</a:t>
            </a:r>
          </a:p>
        </p:txBody>
      </p:sp>
      <p:pic>
        <p:nvPicPr>
          <p:cNvPr id="3" name="Picture 2" descr="benefits_202512291631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57892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Important 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6B7280"/>
                </a:solidFill>
              </a:defRPr>
            </a:pPr>
            <a:r>
              <a:t>All illustrations, premium amounts, and coverage details presented in this document are indicative and based on approved policy information available at the time of preparation.</a:t>
            </a:r>
          </a:p>
          <a:p/>
          <a:p>
            <a:r>
              <a:t>Actual premium rates, coverage amounts, and policy terms may vary based on individual circumstances, age, health conditions, and underwriting guidelines.</a:t>
            </a:r>
          </a:p>
          <a:p/>
          <a:p>
            <a:r>
              <a:t>This presentation does not constitute a guarantee of coverage or returns. Please refer to the official policy document for complete terms and conditions.</a:t>
            </a:r>
          </a:p>
          <a:p/>
          <a:p>
            <a:r>
              <a:t>For accurate quotations and personalized policy recommendations, please consult with our licensed insurance advisors.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